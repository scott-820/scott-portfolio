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7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25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3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8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6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9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5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9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5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9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9405A-CEAD-4BBE-A064-C1DDE0550AAE}" type="datetimeFigureOut">
              <a:rPr lang="en-US" smtClean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639FA-86A8-409F-8E8B-54D24D836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9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457201"/>
            <a:ext cx="2362199" cy="159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633" y="457201"/>
            <a:ext cx="2404767" cy="159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140" y="457201"/>
            <a:ext cx="2425260" cy="159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209801"/>
            <a:ext cx="2362199" cy="156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633" y="2209802"/>
            <a:ext cx="2404767" cy="15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140" y="2209801"/>
            <a:ext cx="2425260" cy="162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141" y="4028753"/>
            <a:ext cx="2425260" cy="1610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34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Pettygrove</dc:creator>
  <cp:lastModifiedBy>Scott Pettygrove</cp:lastModifiedBy>
  <cp:revision>2</cp:revision>
  <dcterms:created xsi:type="dcterms:W3CDTF">2024-08-17T15:30:03Z</dcterms:created>
  <dcterms:modified xsi:type="dcterms:W3CDTF">2024-08-17T15:35:22Z</dcterms:modified>
</cp:coreProperties>
</file>